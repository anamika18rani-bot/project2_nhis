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i Kopparaju" userId="4570e82c95073903" providerId="LiveId" clId="{BC88F62F-9E02-47B1-BF2C-2D9F5B0369A5}"/>
    <pc:docChg chg="modSld">
      <pc:chgData name="Vamsi Kopparaju" userId="4570e82c95073903" providerId="LiveId" clId="{BC88F62F-9E02-47B1-BF2C-2D9F5B0369A5}" dt="2026-01-25T20:05:22.833" v="97" actId="14100"/>
      <pc:docMkLst>
        <pc:docMk/>
      </pc:docMkLst>
      <pc:sldChg chg="modSp mod">
        <pc:chgData name="Vamsi Kopparaju" userId="4570e82c95073903" providerId="LiveId" clId="{BC88F62F-9E02-47B1-BF2C-2D9F5B0369A5}" dt="2026-01-25T20:05:22.833" v="97" actId="14100"/>
        <pc:sldMkLst>
          <pc:docMk/>
          <pc:sldMk cId="0" sldId="264"/>
        </pc:sldMkLst>
        <pc:spChg chg="mod">
          <ac:chgData name="Vamsi Kopparaju" userId="4570e82c95073903" providerId="LiveId" clId="{BC88F62F-9E02-47B1-BF2C-2D9F5B0369A5}" dt="2026-01-25T20:04:50.811" v="45" actId="10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Vamsi Kopparaju" userId="4570e82c95073903" providerId="LiveId" clId="{BC88F62F-9E02-47B1-BF2C-2D9F5B0369A5}" dt="2026-01-25T20:04:43.711" v="35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Vamsi Kopparaju" userId="4570e82c95073903" providerId="LiveId" clId="{BC88F62F-9E02-47B1-BF2C-2D9F5B0369A5}" dt="2026-01-25T20:04:40.632" v="34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Vamsi Kopparaju" userId="4570e82c95073903" providerId="LiveId" clId="{BC88F62F-9E02-47B1-BF2C-2D9F5B0369A5}" dt="2026-01-25T20:05:00.554" v="67" actId="1035"/>
          <ac:spMkLst>
            <pc:docMk/>
            <pc:sldMk cId="0" sldId="264"/>
            <ac:spMk id="6" creationId="{00000000-0000-0000-0000-000000000000}"/>
          </ac:spMkLst>
        </pc:spChg>
        <pc:spChg chg="mod">
          <ac:chgData name="Vamsi Kopparaju" userId="4570e82c95073903" providerId="LiveId" clId="{BC88F62F-9E02-47B1-BF2C-2D9F5B0369A5}" dt="2026-01-25T20:05:22.833" v="97" actId="14100"/>
          <ac:spMkLst>
            <pc:docMk/>
            <pc:sldMk cId="0" sldId="264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80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Basic Calculator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GUI Application using Tkinter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graphical calculator application that performs basic arithmetic operations through an intuitive button-based interface.
</a:t>
            </a: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
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display screen
• Number buttons (0-9)
• Operation buttons (+, -, *, /)
• Calculation and clear functions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 Layout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0" y="21945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Display      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├───┬───┬───┬───┤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7 │ 8 │ 9 │ + 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├───┼───┼───┼───┤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4 │ 5 │ 6 │ - 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├───┼───┼───┼───┤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 │ 2 │ 3 │ * 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├───┼───┼───┼───┤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 │ 0 │ = │ / 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└───┴───┴───┴───┘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functions, OOP concepts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GUI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Widgets, layouts, event handling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IDE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 mastery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and collaboration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lifecycle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840480" cy="14630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14630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3504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GUI library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840480" cy="14630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8288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IDE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291840"/>
            <a:ext cx="3840480" cy="14630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Git/GitHub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Environment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Python, VS Code, Git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project folder and files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Libraries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tkinter and required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display and button layout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108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7472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Logic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calculation functions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936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Deploy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functionality and push to GitHub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94360" y="1104314"/>
            <a:ext cx="4114800" cy="39178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10431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 Class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749040" cy="3513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
</a:t>
            </a: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__init__()
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window and variables
</a:t>
            </a: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create_display()
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display widget
</a:t>
            </a: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create_buttons()
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button grid layout
</a:t>
            </a: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button_click(value)
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number and operator input
</a:t>
            </a: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calculate()
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display result
</a:t>
            </a: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
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the display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12080" y="1828800"/>
            <a:ext cx="32918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Launch 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2148840"/>
            <a:ext cx="0" cy="914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12080" y="2240280"/>
            <a:ext cx="32918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Display Calculator GUI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0" cy="914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12080" y="2651760"/>
            <a:ext cx="32918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Wait for User Input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971800"/>
            <a:ext cx="0" cy="914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212080" y="3063240"/>
            <a:ext cx="32918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Button Click Event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3383280"/>
            <a:ext cx="0" cy="914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212080" y="3474720"/>
            <a:ext cx="32918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0352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Process Input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3794760"/>
            <a:ext cx="0" cy="914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212080" y="3886200"/>
            <a:ext cx="32918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0" y="3886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Update Display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4206240"/>
            <a:ext cx="0" cy="914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12080" y="4297680"/>
            <a:ext cx="3291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Repeat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Components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78" y="995729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1750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the Display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4486" y="135841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self.display = Entry(self.root, font=("Arial", 20),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borderwidth=5, relief=RIDGE, justify=RIGHT)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78" y="2221157"/>
            <a:ext cx="822960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31149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Buttons with Lambda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4486" y="2612634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 = Button(self.root, text=button_text,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font=("Arial", 18), width=5, height=2,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command=lambda x=button_text: self.button_click(x))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8229600" cy="1234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650566"/>
            <a:ext cx="8229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Logic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79" y="3909060"/>
            <a:ext cx="8229599" cy="98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eval(self.equation)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self.display.insert(0, result)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self.display.insert(0, "Error")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calculator.py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52 + 38 = 90 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100 - 45 = 55 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 * 8 = 96 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144 / 12 = 12 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Calculator window opens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Display shows equations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Buttons respond to clicks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Calculations are accurate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 function works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Error handling active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998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Commands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calculator.py</a:t>
            </a:r>
            <a:endParaRPr lang="en-US" sz="13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 - Basic Calculator"</a:t>
            </a:r>
            <a:endParaRPr lang="en-US" sz="13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3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https://github.com/vkkraju75/NHIS-2-Calculator.git</a:t>
            </a:r>
            <a:endParaRPr lang="en-US" sz="13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00" b="1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678697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4115"/>
            <a:ext cx="7498080" cy="1026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 frequently with descriptive messages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 a README.md with project description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.gitignore for Python cache files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repository organized and documented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Completed!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a functional GUI application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Mastered Tkinter basics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Applied OOP principles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Established GitHub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Next Challenge!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640</Words>
  <Application>Microsoft Office PowerPoint</Application>
  <PresentationFormat>On-screen Show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2: Building Basic Calculator</dc:title>
  <dc:subject>PptxGenJS Presentation</dc:subject>
  <dc:creator>NextHikes IT Solutions</dc:creator>
  <cp:lastModifiedBy>Vamsi Kopparaju</cp:lastModifiedBy>
  <cp:revision>2</cp:revision>
  <dcterms:created xsi:type="dcterms:W3CDTF">2026-01-25T19:37:08Z</dcterms:created>
  <dcterms:modified xsi:type="dcterms:W3CDTF">2026-01-25T20:05:27Z</dcterms:modified>
</cp:coreProperties>
</file>